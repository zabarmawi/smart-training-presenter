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"/>
              </a:defRPr>
            </a:pPr>
            <a:r>
              <a:t>نشاط التعاون 15 دقيقة</a:t>
            </a:r>
          </a:p>
          <a:p>
            <a:pPr>
              <a:defRPr sz="3000">
                <a:solidFill>
                  <a:srgbClr val="FFFFFF"/>
                </a:solidFill>
                <a:latin typeface="Arial"/>
              </a:defRPr>
            </a:pPr>
            <a:r>
              <a:t>Arabic layout and shapes — 2026</a:t>
            </a:r>
          </a:p>
        </p:txBody>
      </p:sp>
      <p:pic>
        <p:nvPicPr>
          <p:cNvPr id="3" name="Picture 2" descr="sampl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3657600" cy="2057400"/>
          </a:xfrm>
          <a:prstGeom prst="rect">
            <a:avLst/>
          </a:prstGeom>
        </p:spPr>
      </p:pic>
      <p:sp>
        <p:nvSpPr>
          <p:cNvPr id="4" name="Chevron 3"/>
          <p:cNvSpPr/>
          <p:nvPr/>
        </p:nvSpPr>
        <p:spPr>
          <a:xfrm>
            <a:off x="5029200" y="2743200"/>
            <a:ext cx="1828800" cy="1371600"/>
          </a:xfrm>
          <a:prstGeom prst="chevron">
            <a:avLst/>
          </a:prstGeom>
          <a:solidFill>
            <a:srgbClr val="E6A0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2743200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r>
                        <a:t>النشاط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المدة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تعاون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دقيقة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تأمل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دقائق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نشاط التأمل 5 دقائق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